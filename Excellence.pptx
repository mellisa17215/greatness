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61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89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78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442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83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10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13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709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596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ummer Clothes Word Mat">
            <a:extLst>
              <a:ext uri="{FF2B5EF4-FFF2-40B4-BE49-F238E27FC236}">
                <a16:creationId xmlns:a16="http://schemas.microsoft.com/office/drawing/2014/main" id="{781D5D87-93D9-FFE7-99A4-63E62BD909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11109" b="-1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CD7CB8-E1D0-F83A-BBD9-2C1005C24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2642387"/>
          </a:xfrm>
        </p:spPr>
        <p:txBody>
          <a:bodyPr anchor="t">
            <a:normAutofit/>
          </a:bodyPr>
          <a:lstStyle/>
          <a:p>
            <a:r>
              <a:rPr lang="en-US" sz="6000" b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Excellence</a:t>
            </a:r>
            <a:r>
              <a:rPr lang="en-US" sz="6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682AF4-BD56-D88B-265C-A808BCCE4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>
                <a:solidFill>
                  <a:srgbClr val="FFFFFF"/>
                </a:solidFill>
              </a:rPr>
              <a:t>Where all clothing dreams will become a reality </a:t>
            </a:r>
          </a:p>
          <a:p>
            <a:pPr>
              <a:lnSpc>
                <a:spcPct val="120000"/>
              </a:lnSpc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4427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Grandview Display</vt:lpstr>
      <vt:lpstr>DashVTI</vt:lpstr>
      <vt:lpstr>Excellence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Marcia Newyear</dc:creator>
  <cp:lastModifiedBy>Marcia Newyear</cp:lastModifiedBy>
  <cp:revision>1</cp:revision>
  <dcterms:created xsi:type="dcterms:W3CDTF">2026-07-17T12:41:19Z</dcterms:created>
  <dcterms:modified xsi:type="dcterms:W3CDTF">2026-07-17T12:46:59Z</dcterms:modified>
</cp:coreProperties>
</file>